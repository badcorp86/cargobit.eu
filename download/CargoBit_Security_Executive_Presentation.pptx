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Security Layer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Risk, Fraud Prevention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Compliance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54864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Presentation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Security Initiative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CargoBit Platform ·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3200400"/>
          </a:xfrm>
          <a:prstGeom prst="roundRect">
            <a:avLst/>
          </a:prstGeom>
          <a:solidFill>
            <a:srgbClr val="DFE8F2"/>
          </a:solidFill>
          <a:ln w="12700">
            <a:solidFill>
              <a:srgbClr val="DF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Fragmentierte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Sicherheitslogik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Domain-Services mit inkonsistenten Regeln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2011680" cy="3200400"/>
          </a:xfrm>
          <a:prstGeom prst="roundRect">
            <a:avLst/>
          </a:prstGeom>
          <a:solidFill>
            <a:srgbClr val="DFE8F2"/>
          </a:solidFill>
          <a:ln w="12700">
            <a:solidFill>
              <a:srgbClr val="DF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Steigende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Fraud-Risiken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Komplexere und schnellere Angriffe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011680" cy="3200400"/>
          </a:xfrm>
          <a:prstGeom prst="roundRect">
            <a:avLst/>
          </a:prstGeom>
          <a:solidFill>
            <a:srgbClr val="DFE8F2"/>
          </a:solidFill>
          <a:ln w="12700">
            <a:solidFill>
              <a:srgbClr val="DF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0680" y="1371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ISO, SOC2, GDPR Anforderungen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1097280"/>
            <a:ext cx="2011680" cy="3200400"/>
          </a:xfrm>
          <a:prstGeom prst="roundRect">
            <a:avLst/>
          </a:prstGeom>
          <a:solidFill>
            <a:srgbClr val="DFE8F2"/>
          </a:solidFill>
          <a:ln w="12700">
            <a:solidFill>
              <a:srgbClr val="DF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371600"/>
            <a:ext cx="548640" cy="5486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Auditierbarkeit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nachvollziehbare Entscheidungen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zentraler Security Layer</a:t>
            </a:r>
            <a:endParaRPr lang="en-US" sz="26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alle sicherheitsrelevanten Entscheidungen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2926080"/>
            <a:ext cx="2194560" cy="6400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Einheitliche Policies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2926080"/>
            <a:ext cx="2194560" cy="6400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Konsistente Entscheidungen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926080"/>
            <a:ext cx="2194560" cy="640080"/>
          </a:xfrm>
          <a:prstGeom prst="round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Vollständige Nachvollziehbarkeit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155448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4630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5740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Scoring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188720"/>
            <a:ext cx="155448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4630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Controls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1188720"/>
            <a:ext cx="155448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4630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Ledger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23760" y="1188720"/>
            <a:ext cx="1554480" cy="29260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4630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5087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21945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Escalations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02920"/>
          </a:xfrm>
          <a:prstGeom prst="roundRect">
            <a:avLst/>
          </a:prstGeom>
          <a:solidFill>
            <a:srgbClr val="DFE8F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Echtzeit-Risikobewertung mit P95 &lt; 80ms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502920"/>
          </a:xfrm>
          <a:prstGeom prst="roundRect">
            <a:avLst/>
          </a:prstGeom>
          <a:solidFill>
            <a:srgbClr val="DFE8F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Adaptive Mitigations (Delay, 2FA, GPS-Check)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502920"/>
          </a:xfrm>
          <a:prstGeom prst="roundRect">
            <a:avLst/>
          </a:prstGeom>
          <a:solidFill>
            <a:srgbClr val="DFE8F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Immutable Audit-Trail mit Hash-Chain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502920"/>
          </a:xfrm>
          <a:prstGeom prst="roundRect">
            <a:avLst/>
          </a:prstGeom>
          <a:solidFill>
            <a:srgbClr val="D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Zero-Trust Service-Auth (mTLS + JWT)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8046720" cy="502920"/>
          </a:xfrm>
          <a:prstGeom prst="roundRect">
            <a:avLst/>
          </a:prstGeom>
          <a:solidFill>
            <a:srgbClr val="DFE8F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Operational Monitoring (Grafana, Alertmanager)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220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Fraud-Kosten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2024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60604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92024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920240" cy="27432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03720" y="25603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Vertrauen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Skalierbare, modulare Sicherheitsarchitektur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57200" cy="457200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Zukunftssicher für neue Produkte &amp; Märkte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457200" cy="457200"/>
          </a:xfrm>
          <a:prstGeom prst="roundRect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Strategischer Wettbewerbsvorteil, kein reines IT-Projekt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CargoBit Security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Security Layer - Executive Presentation</dc:title>
  <dc:subject>Enterprise Security Architecture</dc:subject>
  <dc:creator>CargoBit</dc:creator>
  <cp:lastModifiedBy>CargoBit</cp:lastModifiedBy>
  <cp:revision>1</cp:revision>
  <dcterms:created xsi:type="dcterms:W3CDTF">2026-04-16T04:54:31Z</dcterms:created>
  <dcterms:modified xsi:type="dcterms:W3CDTF">2026-04-16T04:54:31Z</dcterms:modified>
</cp:coreProperties>
</file>